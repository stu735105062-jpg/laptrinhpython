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Quản Lý Công Việc Chuyên Nghiệp</a:t>
            </a:r>
          </a:p>
        </p:txBody>
      </p:sp>
      <p:sp>
        <p:nvSpPr>
          <p:cNvPr id="3" name="Subtitle 2"/>
          <p:cNvSpPr>
            <a:spLocks noGrp="1"/>
          </p:cNvSpPr>
          <p:nvPr>
            <p:ph type="subTitle" idx="1"/>
          </p:nvPr>
        </p:nvSpPr>
        <p:spPr>
          <a:xfrm>
            <a:off x="265471" y="3886200"/>
            <a:ext cx="8770374" cy="1752600"/>
          </a:xfrm>
        </p:spPr>
        <p:txBody>
          <a:bodyPr>
            <a:normAutofit/>
          </a:bodyPr>
          <a:lstStyle/>
          <a:p>
            <a:r>
              <a:rPr dirty="0" err="1"/>
              <a:t>Ứng</a:t>
            </a:r>
            <a:r>
              <a:rPr dirty="0"/>
              <a:t> </a:t>
            </a:r>
            <a:r>
              <a:rPr dirty="0" err="1"/>
              <a:t>dụng</a:t>
            </a:r>
            <a:r>
              <a:rPr dirty="0"/>
              <a:t> Python </a:t>
            </a:r>
            <a:r>
              <a:rPr dirty="0" err="1"/>
              <a:t>với</a:t>
            </a:r>
            <a:r>
              <a:rPr dirty="0"/>
              <a:t> Tkinter </a:t>
            </a:r>
            <a:r>
              <a:rPr dirty="0" err="1"/>
              <a:t>và</a:t>
            </a:r>
            <a:r>
              <a:rPr dirty="0"/>
              <a:t> SQLite</a:t>
            </a:r>
          </a:p>
          <a:p>
            <a:r>
              <a:rPr dirty="0" err="1"/>
              <a:t>Tác</a:t>
            </a:r>
            <a:r>
              <a:rPr dirty="0"/>
              <a:t> </a:t>
            </a:r>
            <a:r>
              <a:rPr dirty="0" err="1"/>
              <a:t>giả</a:t>
            </a:r>
            <a:r>
              <a:rPr dirty="0"/>
              <a:t>: </a:t>
            </a:r>
            <a:r>
              <a:rPr lang="vi-VN" dirty="0"/>
              <a:t>Nguyễn Bá Lương, Nguyễn Trung Sơn</a:t>
            </a:r>
            <a:endParaRPr dirty="0"/>
          </a:p>
          <a:p>
            <a:r>
              <a:rPr dirty="0" err="1"/>
              <a:t>Ngày</a:t>
            </a:r>
            <a:r>
              <a:rPr dirty="0"/>
              <a:t>: 23/04/2026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Giới Thiệu Dự Án</a:t>
            </a:r>
          </a:p>
        </p:txBody>
      </p:sp>
      <p:sp>
        <p:nvSpPr>
          <p:cNvPr id="3" name="Content Placeholder 2"/>
          <p:cNvSpPr>
            <a:spLocks noGrp="1"/>
          </p:cNvSpPr>
          <p:nvPr>
            <p:ph idx="1"/>
          </p:nvPr>
        </p:nvSpPr>
        <p:spPr/>
        <p:txBody>
          <a:bodyPr/>
          <a:lstStyle/>
          <a:p>
            <a:r>
              <a:t>Đây là một ứng dụng quản lý công việc được viết bằng Python, sử dụng giao diện đồ họa Tkinter với thư viện ttkbootstrap để tạo giao diện hiện đại. Ứng dụng cho phép người dùng thêm, xem, cập nhật và xóa các công việc với deadline, thời gian, và mức độ quan trọng.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Tính Năng Chính</a:t>
            </a:r>
          </a:p>
        </p:txBody>
      </p:sp>
      <p:sp>
        <p:nvSpPr>
          <p:cNvPr id="3" name="Content Placeholder 2"/>
          <p:cNvSpPr>
            <a:spLocks noGrp="1"/>
          </p:cNvSpPr>
          <p:nvPr>
            <p:ph idx="1"/>
          </p:nvPr>
        </p:nvSpPr>
        <p:spPr/>
        <p:txBody>
          <a:bodyPr/>
          <a:lstStyle/>
          <a:p>
            <a:r>
              <a:t>• Thêm công việc mới: Sử dụng form nhập liệu với tên công việc, mô tả, deadline, thời gian, và đánh dấu quan trọng.</a:t>
            </a:r>
          </a:p>
          <a:p>
            <a:r>
              <a:t>• Hiển thị danh sách công việc: Lọc theo trạng thái (Tất cả, Hoàn thành, Chưa hoàn thành).</a:t>
            </a:r>
          </a:p>
          <a:p>
            <a:r>
              <a:t>• Thông báo: Tự động thông báo khi đến giờ làm việc.</a:t>
            </a:r>
          </a:p>
          <a:p>
            <a:r>
              <a:t>• Lịch: Chọn ngày deadline bằng calendar picker.</a:t>
            </a:r>
          </a:p>
          <a:p>
            <a:r>
              <a:t>• Cơ sở dữ liệu: Lưu trữ dữ liệu trong SQLite.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Cấu Trúc Dự Án</a:t>
            </a:r>
          </a:p>
        </p:txBody>
      </p:sp>
      <p:sp>
        <p:nvSpPr>
          <p:cNvPr id="3" name="Content Placeholder 2"/>
          <p:cNvSpPr>
            <a:spLocks noGrp="1"/>
          </p:cNvSpPr>
          <p:nvPr>
            <p:ph idx="1"/>
          </p:nvPr>
        </p:nvSpPr>
        <p:spPr/>
        <p:txBody>
          <a:bodyPr/>
          <a:lstStyle/>
          <a:p>
            <a:r>
              <a:t>• main.py: File chính, chứa giao diện chính và logic ứng dụng.</a:t>
            </a:r>
          </a:p>
          <a:p>
            <a:r>
              <a:t>• database.py: Xử lý cơ sở dữ liệu SQLite.</a:t>
            </a:r>
          </a:p>
          <a:p>
            <a:r>
              <a:t>• add_work.py: Form thêm công việc mới.</a:t>
            </a:r>
          </a:p>
          <a:p>
            <a:r>
              <a:t>• calender.py: Dialog chọn ngày.</a:t>
            </a:r>
          </a:p>
          <a:p>
            <a:r>
              <a:t>• test.py: File test (có thể là ví dụ đọc file).</a:t>
            </a:r>
          </a:p>
          <a:p>
            <a:r>
              <a:t>• README.md: Tài liệu mô tả dự án.</a:t>
            </a:r>
          </a:p>
          <a:p>
            <a:r>
              <a:t>• diagram.puml: Sơ đồ UML PlantUML.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Sơ Đồ UML</a:t>
            </a:r>
          </a:p>
        </p:txBody>
      </p:sp>
      <p:sp>
        <p:nvSpPr>
          <p:cNvPr id="3" name="Content Placeholder 2"/>
          <p:cNvSpPr>
            <a:spLocks noGrp="1"/>
          </p:cNvSpPr>
          <p:nvPr>
            <p:ph idx="1"/>
          </p:nvPr>
        </p:nvSpPr>
        <p:spPr/>
        <p:txBody>
          <a:bodyPr/>
          <a:lstStyle/>
          <a:p>
            <a:r>
              <a:t>Sơ đồ lớp UML mô tả các thành phần chính:</a:t>
            </a:r>
          </a:p>
          <a:p>
            <a:endParaRPr/>
          </a:p>
          <a:p>
            <a:r>
              <a:t>@startuml</a:t>
            </a:r>
          </a:p>
          <a:p>
            <a:r>
              <a:t>class DataEntryForm {</a:t>
            </a:r>
          </a:p>
          <a:p>
            <a:r>
              <a:t>    +work_name: StringVar</a:t>
            </a:r>
          </a:p>
          <a:p>
            <a:r>
              <a:t>    +create_form_entry(label, variable)</a:t>
            </a:r>
          </a:p>
          <a:p>
            <a:r>
              <a:t>    ...</a:t>
            </a:r>
          </a:p>
          <a:p>
            <a:r>
              <a:t>}</a:t>
            </a:r>
          </a:p>
          <a:p>
            <a:endParaRPr/>
          </a:p>
          <a:p>
            <a:r>
              <a:t>class DatePickerDialog {</a:t>
            </a:r>
          </a:p>
          <a:p>
            <a:r>
              <a:t>    +parent: Misc</a:t>
            </a:r>
          </a:p>
          <a:p>
            <a:r>
              <a:t>    +_setup_calendar()</a:t>
            </a:r>
          </a:p>
          <a:p>
            <a:r>
              <a:t>}</a:t>
            </a:r>
          </a:p>
          <a:p>
            <a:endParaRPr/>
          </a:p>
          <a:p>
            <a:r>
              <a:t>class Database {</a:t>
            </a:r>
          </a:p>
          <a:p>
            <a:r>
              <a:t>    +connect()</a:t>
            </a:r>
          </a:p>
          <a:p>
            <a:r>
              <a:t>    +write(task_data)</a:t>
            </a:r>
          </a:p>
          <a:p>
            <a:r>
              <a:t>    ...</a:t>
            </a:r>
          </a:p>
          <a:p>
            <a:r>
              <a:t>}</a:t>
            </a:r>
          </a:p>
          <a:p>
            <a:endParaRPr/>
          </a:p>
          <a:p>
            <a:r>
              <a:t>Main -- DataEntryForm : uses</a:t>
            </a:r>
          </a:p>
          <a:p>
            <a:r>
              <a:t>...</a:t>
            </a:r>
          </a:p>
          <a:p>
            <a:r>
              <a:t>@enduml</a:t>
            </a:r>
          </a:p>
          <a:p>
            <a:endParaRPr/>
          </a:p>
          <a:p>
            <a:r>
              <a:t>(Xem chi tiết trong file diagram.puml)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Cài Đặt và Chạy</a:t>
            </a:r>
          </a:p>
        </p:txBody>
      </p:sp>
      <p:sp>
        <p:nvSpPr>
          <p:cNvPr id="3" name="Content Placeholder 2"/>
          <p:cNvSpPr>
            <a:spLocks noGrp="1"/>
          </p:cNvSpPr>
          <p:nvPr>
            <p:ph idx="1"/>
          </p:nvPr>
        </p:nvSpPr>
        <p:spPr/>
        <p:txBody>
          <a:bodyPr/>
          <a:lstStyle/>
          <a:p>
            <a:r>
              <a:t>Yêu cầu: Python 3.x, tkinter, ttkbootstrap, windows_toasts</a:t>
            </a:r>
          </a:p>
          <a:p>
            <a:endParaRPr/>
          </a:p>
          <a:p>
            <a:r>
              <a:t>1. Cài đặt thư viện:</a:t>
            </a:r>
          </a:p>
          <a:p>
            <a:r>
              <a:t>   pip install ttkbootstrap windows_toasts</a:t>
            </a:r>
          </a:p>
          <a:p>
            <a:endParaRPr/>
          </a:p>
          <a:p>
            <a:r>
              <a:t>2. Chạy ứng dụng:</a:t>
            </a:r>
          </a:p>
          <a:p>
            <a:r>
              <a:t>   python main.py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Kết Luận</a:t>
            </a:r>
          </a:p>
        </p:txBody>
      </p:sp>
      <p:sp>
        <p:nvSpPr>
          <p:cNvPr id="3" name="Content Placeholder 2"/>
          <p:cNvSpPr>
            <a:spLocks noGrp="1"/>
          </p:cNvSpPr>
          <p:nvPr>
            <p:ph idx="1"/>
          </p:nvPr>
        </p:nvSpPr>
        <p:spPr/>
        <p:txBody>
          <a:bodyPr/>
          <a:lstStyle/>
          <a:p>
            <a:r>
              <a:t>Ứng dụng quản lý công việc đơn giản nhưng hiệu quả, sử dụng Python và SQLite. Giao diện thân thiện với người dùng nhờ ttkbootstrap. Có thể mở rộng thêm tính năng như đồng bộ đám mây hoặc đa nền tảng.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461</Words>
  <Application>Microsoft Office PowerPoint</Application>
  <PresentationFormat>Trình chiếu Trên màn hình (4:3)</PresentationFormat>
  <Paragraphs>56</Paragraphs>
  <Slides>7</Slides>
  <Notes>0</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7</vt:i4>
      </vt:variant>
    </vt:vector>
  </HeadingPairs>
  <TitlesOfParts>
    <vt:vector size="10" baseType="lpstr">
      <vt:lpstr>Arial</vt:lpstr>
      <vt:lpstr>Calibri</vt:lpstr>
      <vt:lpstr>Office Theme</vt:lpstr>
      <vt:lpstr>Quản Lý Công Việc Chuyên Nghiệp</vt:lpstr>
      <vt:lpstr>Giới Thiệu Dự Án</vt:lpstr>
      <vt:lpstr>Tính Năng Chính</vt:lpstr>
      <vt:lpstr>Cấu Trúc Dự Án</vt:lpstr>
      <vt:lpstr>Sơ Đồ UML</vt:lpstr>
      <vt:lpstr>Cài Đặt và Chạy</vt:lpstr>
      <vt:lpstr>Kết Luận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luong nguyen ba</cp:lastModifiedBy>
  <cp:revision>2</cp:revision>
  <dcterms:created xsi:type="dcterms:W3CDTF">2013-01-27T09:14:16Z</dcterms:created>
  <dcterms:modified xsi:type="dcterms:W3CDTF">2026-04-23T15:29:14Z</dcterms:modified>
  <cp:category/>
</cp:coreProperties>
</file>